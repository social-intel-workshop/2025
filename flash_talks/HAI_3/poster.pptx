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  <p:sldMasterId id="2147483665" r:id="rId2"/>
  </p:sldMasterIdLst>
  <p:notesMasterIdLst>
    <p:notesMasterId r:id="rId4"/>
  </p:notesMasterIdLst>
  <p:sldIdLst>
    <p:sldId id="256" r:id="rId3"/>
  </p:sldIdLst>
  <p:sldSz cx="21945600" cy="32918400"/>
  <p:notesSz cx="6858000" cy="9144000"/>
  <p:embeddedFontLst>
    <p:embeddedFont>
      <p:font typeface="Helvetica Neue" panose="02000503000000020004" pitchFamily="2" charset="0"/>
      <p:regular r:id="rId5"/>
      <p:bold r:id="rId5"/>
      <p:italic r:id="rId5"/>
      <p:boldItalic r:id="rId5"/>
    </p:embeddedFont>
    <p:embeddedFont>
      <p:font typeface="Helvetica Neue Light" panose="02000403000000020004" pitchFamily="2" charset="0"/>
      <p:regular r:id="rId5"/>
      <p:bold r:id="rId5"/>
      <p:italic r:id="rId5"/>
      <p:boldItalic r:id="rId5"/>
    </p:embeddedFont>
    <p:embeddedFont>
      <p:font typeface="Oi" pitchFamily="2" charset="0"/>
      <p:regular r:id="rId5"/>
    </p:embeddedFont>
    <p:embeddedFont>
      <p:font typeface="Roboto Slab Medium" pitchFamily="2" charset="0"/>
      <p:regular r:id="rId6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2" userDrawn="1">
          <p15:clr>
            <a:srgbClr val="747775"/>
          </p15:clr>
        </p15:guide>
        <p15:guide id="2" pos="28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1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38"/>
    <p:restoredTop sz="94799"/>
  </p:normalViewPr>
  <p:slideViewPr>
    <p:cSldViewPr snapToGrid="0">
      <p:cViewPr>
        <p:scale>
          <a:sx n="29" d="100"/>
          <a:sy n="29" d="100"/>
        </p:scale>
        <p:origin x="3704" y="144"/>
      </p:cViewPr>
      <p:guideLst>
        <p:guide orient="horz" pos="312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d86bdd227_2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39d86bdd227_2_39:notes"/>
          <p:cNvSpPr txBox="1">
            <a:spLocks noGrp="1"/>
          </p:cNvSpPr>
          <p:nvPr>
            <p:ph type="body" idx="1"/>
          </p:nvPr>
        </p:nvSpPr>
        <p:spPr>
          <a:xfrm>
            <a:off x="685181" y="4342777"/>
            <a:ext cx="5487667" cy="4114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6650" rIns="93300" bIns="466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2" name="Google Shape;92;g39d86bdd227_2_39:notes"/>
          <p:cNvSpPr txBox="1">
            <a:spLocks noGrp="1"/>
          </p:cNvSpPr>
          <p:nvPr>
            <p:ph type="sldNum" idx="12"/>
          </p:nvPr>
        </p:nvSpPr>
        <p:spPr>
          <a:xfrm>
            <a:off x="3884753" y="8685553"/>
            <a:ext cx="2971694" cy="456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6650" rIns="93300" bIns="4665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48100" y="4765280"/>
            <a:ext cx="20449400" cy="13136850"/>
          </a:xfrm>
          <a:prstGeom prst="rect">
            <a:avLst/>
          </a:prstGeom>
        </p:spPr>
        <p:txBody>
          <a:bodyPr spcFirstLastPara="1" wrap="square" lIns="349450" tIns="349450" rIns="349450" bIns="3494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3253"/>
            </a:lvl1pPr>
            <a:lvl2pPr lvl="1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3253"/>
            </a:lvl2pPr>
            <a:lvl3pPr lvl="2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3253"/>
            </a:lvl3pPr>
            <a:lvl4pPr lvl="3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3253"/>
            </a:lvl4pPr>
            <a:lvl5pPr lvl="4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3253"/>
            </a:lvl5pPr>
            <a:lvl6pPr lvl="5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3253"/>
            </a:lvl6pPr>
            <a:lvl7pPr lvl="6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3253"/>
            </a:lvl7pPr>
            <a:lvl8pPr lvl="7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3253"/>
            </a:lvl8pPr>
            <a:lvl9pPr lvl="8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325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48080" y="18138401"/>
            <a:ext cx="20449400" cy="5072850"/>
          </a:xfrm>
          <a:prstGeom prst="rect">
            <a:avLst/>
          </a:prstGeom>
        </p:spPr>
        <p:txBody>
          <a:bodyPr spcFirstLastPara="1" wrap="square" lIns="349450" tIns="349450" rIns="349450" bIns="3494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48080" y="13765440"/>
            <a:ext cx="20449400" cy="5387400"/>
          </a:xfrm>
          <a:prstGeom prst="rect">
            <a:avLst/>
          </a:prstGeom>
        </p:spPr>
        <p:txBody>
          <a:bodyPr spcFirstLastPara="1" wrap="square" lIns="349450" tIns="349450" rIns="349450" bIns="3494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9175"/>
            </a:lvl1pPr>
            <a:lvl2pPr lvl="1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9175"/>
            </a:lvl2pPr>
            <a:lvl3pPr lvl="2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9175"/>
            </a:lvl3pPr>
            <a:lvl4pPr lvl="3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9175"/>
            </a:lvl4pPr>
            <a:lvl5pPr lvl="4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9175"/>
            </a:lvl5pPr>
            <a:lvl6pPr lvl="5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9175"/>
            </a:lvl6pPr>
            <a:lvl7pPr lvl="6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9175"/>
            </a:lvl7pPr>
            <a:lvl8pPr lvl="7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9175"/>
            </a:lvl8pPr>
            <a:lvl9pPr lvl="8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9175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6800" cy="2519100"/>
          </a:xfrm>
          <a:prstGeom prst="rect">
            <a:avLst/>
          </a:prstGeom>
        </p:spPr>
        <p:txBody>
          <a:bodyPr spcFirstLastPara="1" wrap="square" lIns="349450" tIns="349450" rIns="349450" bIns="349450" anchor="ctr" anchorCtr="0">
            <a:normAutofit/>
          </a:bodyPr>
          <a:lstStyle>
            <a:lvl1pPr lvl="0">
              <a:buNone/>
              <a:defRPr sz="2548"/>
            </a:lvl1pPr>
            <a:lvl2pPr lvl="1">
              <a:buNone/>
              <a:defRPr sz="2548"/>
            </a:lvl2pPr>
            <a:lvl3pPr lvl="2">
              <a:buNone/>
              <a:defRPr sz="2548"/>
            </a:lvl3pPr>
            <a:lvl4pPr lvl="3">
              <a:buNone/>
              <a:defRPr sz="2548"/>
            </a:lvl4pPr>
            <a:lvl5pPr lvl="4">
              <a:buNone/>
              <a:defRPr sz="2548"/>
            </a:lvl5pPr>
            <a:lvl6pPr lvl="5">
              <a:buNone/>
              <a:defRPr sz="2548"/>
            </a:lvl6pPr>
            <a:lvl7pPr lvl="6">
              <a:buNone/>
              <a:defRPr sz="2548"/>
            </a:lvl7pPr>
            <a:lvl8pPr lvl="7">
              <a:buNone/>
              <a:defRPr sz="2548"/>
            </a:lvl8pPr>
            <a:lvl9pPr lvl="8">
              <a:buNone/>
              <a:defRPr sz="2548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400" cy="3665250"/>
          </a:xfrm>
          <a:prstGeom prst="rect">
            <a:avLst/>
          </a:prstGeom>
        </p:spPr>
        <p:txBody>
          <a:bodyPr spcFirstLastPara="1" wrap="square" lIns="349450" tIns="349450" rIns="349450" bIns="3494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1pPr>
            <a:lvl2pPr lvl="1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2pPr>
            <a:lvl3pPr lvl="2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3pPr>
            <a:lvl4pPr lvl="3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4pPr>
            <a:lvl5pPr lvl="4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5pPr>
            <a:lvl6pPr lvl="5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6pPr>
            <a:lvl7pPr lvl="6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7pPr>
            <a:lvl8pPr lvl="7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8pPr>
            <a:lvl9pPr lvl="8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48080" y="7375841"/>
            <a:ext cx="20449400" cy="21865050"/>
          </a:xfrm>
          <a:prstGeom prst="rect">
            <a:avLst/>
          </a:prstGeom>
        </p:spPr>
        <p:txBody>
          <a:bodyPr spcFirstLastPara="1" wrap="square" lIns="349450" tIns="349450" rIns="349450" bIns="349450" anchor="t" anchorCtr="0">
            <a:normAutofit/>
          </a:bodyPr>
          <a:lstStyle>
            <a:lvl1pPr marL="304846" lvl="0" indent="-443720">
              <a:spcBef>
                <a:spcPts val="0"/>
              </a:spcBef>
              <a:spcAft>
                <a:spcPts val="0"/>
              </a:spcAft>
              <a:buSzPts val="6880"/>
              <a:buChar char="●"/>
              <a:defRPr sz="4588"/>
            </a:lvl1pPr>
            <a:lvl2pPr marL="609691" lvl="1" indent="-378987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3568"/>
            </a:lvl2pPr>
            <a:lvl3pPr marL="914538" lvl="2" indent="-378987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3568"/>
            </a:lvl3pPr>
            <a:lvl4pPr marL="1219383" lvl="3" indent="-378987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3568"/>
            </a:lvl4pPr>
            <a:lvl5pPr marL="1524228" lvl="4" indent="-378987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3568"/>
            </a:lvl5pPr>
            <a:lvl6pPr marL="1829075" lvl="5" indent="-378987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3568"/>
            </a:lvl6pPr>
            <a:lvl7pPr marL="2133921" lvl="6" indent="-378987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3568"/>
            </a:lvl7pPr>
            <a:lvl8pPr marL="2438766" lvl="7" indent="-378987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3568"/>
            </a:lvl8pPr>
            <a:lvl9pPr marL="2743612" lvl="8" indent="-378987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3568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6800" cy="2519100"/>
          </a:xfrm>
          <a:prstGeom prst="rect">
            <a:avLst/>
          </a:prstGeom>
        </p:spPr>
        <p:txBody>
          <a:bodyPr spcFirstLastPara="1" wrap="square" lIns="349450" tIns="349450" rIns="349450" bIns="349450" anchor="ctr" anchorCtr="0">
            <a:normAutofit/>
          </a:bodyPr>
          <a:lstStyle>
            <a:lvl1pPr lvl="0">
              <a:buNone/>
              <a:defRPr sz="2548"/>
            </a:lvl1pPr>
            <a:lvl2pPr lvl="1">
              <a:buNone/>
              <a:defRPr sz="2548"/>
            </a:lvl2pPr>
            <a:lvl3pPr lvl="2">
              <a:buNone/>
              <a:defRPr sz="2548"/>
            </a:lvl3pPr>
            <a:lvl4pPr lvl="3">
              <a:buNone/>
              <a:defRPr sz="2548"/>
            </a:lvl4pPr>
            <a:lvl5pPr lvl="4">
              <a:buNone/>
              <a:defRPr sz="2548"/>
            </a:lvl5pPr>
            <a:lvl6pPr lvl="5">
              <a:buNone/>
              <a:defRPr sz="2548"/>
            </a:lvl6pPr>
            <a:lvl7pPr lvl="6">
              <a:buNone/>
              <a:defRPr sz="2548"/>
            </a:lvl7pPr>
            <a:lvl8pPr lvl="7">
              <a:buNone/>
              <a:defRPr sz="2548"/>
            </a:lvl8pPr>
            <a:lvl9pPr lvl="8">
              <a:buNone/>
              <a:defRPr sz="2548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400" cy="3665250"/>
          </a:xfrm>
          <a:prstGeom prst="rect">
            <a:avLst/>
          </a:prstGeom>
        </p:spPr>
        <p:txBody>
          <a:bodyPr spcFirstLastPara="1" wrap="square" lIns="349450" tIns="349450" rIns="349450" bIns="3494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1pPr>
            <a:lvl2pPr lvl="1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2pPr>
            <a:lvl3pPr lvl="2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3pPr>
            <a:lvl4pPr lvl="3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4pPr>
            <a:lvl5pPr lvl="4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5pPr>
            <a:lvl6pPr lvl="5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6pPr>
            <a:lvl7pPr lvl="6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7pPr>
            <a:lvl8pPr lvl="7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8pPr>
            <a:lvl9pPr lvl="8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48080" y="7375841"/>
            <a:ext cx="9599800" cy="21865050"/>
          </a:xfrm>
          <a:prstGeom prst="rect">
            <a:avLst/>
          </a:prstGeom>
        </p:spPr>
        <p:txBody>
          <a:bodyPr spcFirstLastPara="1" wrap="square" lIns="349450" tIns="349450" rIns="349450" bIns="349450" anchor="t" anchorCtr="0">
            <a:normAutofit/>
          </a:bodyPr>
          <a:lstStyle>
            <a:lvl1pPr marL="304846" lvl="0" indent="-378987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3568"/>
            </a:lvl1pPr>
            <a:lvl2pPr marL="609691" lvl="1" indent="-346621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3057"/>
            </a:lvl2pPr>
            <a:lvl3pPr marL="914538" lvl="2" indent="-346621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3057"/>
            </a:lvl3pPr>
            <a:lvl4pPr marL="1219383" lvl="3" indent="-346621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3057"/>
            </a:lvl4pPr>
            <a:lvl5pPr marL="1524228" lvl="4" indent="-346621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3057"/>
            </a:lvl5pPr>
            <a:lvl6pPr marL="1829075" lvl="5" indent="-346621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3057"/>
            </a:lvl6pPr>
            <a:lvl7pPr marL="2133921" lvl="6" indent="-346621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3057"/>
            </a:lvl7pPr>
            <a:lvl8pPr marL="2438766" lvl="7" indent="-346621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3057"/>
            </a:lvl8pPr>
            <a:lvl9pPr marL="2743612" lvl="8" indent="-346621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3057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597760" y="7375841"/>
            <a:ext cx="9599800" cy="21865050"/>
          </a:xfrm>
          <a:prstGeom prst="rect">
            <a:avLst/>
          </a:prstGeom>
        </p:spPr>
        <p:txBody>
          <a:bodyPr spcFirstLastPara="1" wrap="square" lIns="349450" tIns="349450" rIns="349450" bIns="349450" anchor="t" anchorCtr="0">
            <a:normAutofit/>
          </a:bodyPr>
          <a:lstStyle>
            <a:lvl1pPr marL="304846" lvl="0" indent="-378987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3568"/>
            </a:lvl1pPr>
            <a:lvl2pPr marL="609691" lvl="1" indent="-346621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3057"/>
            </a:lvl2pPr>
            <a:lvl3pPr marL="914538" lvl="2" indent="-346621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3057"/>
            </a:lvl3pPr>
            <a:lvl4pPr marL="1219383" lvl="3" indent="-346621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3057"/>
            </a:lvl4pPr>
            <a:lvl5pPr marL="1524228" lvl="4" indent="-346621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3057"/>
            </a:lvl5pPr>
            <a:lvl6pPr marL="1829075" lvl="5" indent="-346621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3057"/>
            </a:lvl6pPr>
            <a:lvl7pPr marL="2133921" lvl="6" indent="-346621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3057"/>
            </a:lvl7pPr>
            <a:lvl8pPr marL="2438766" lvl="7" indent="-346621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3057"/>
            </a:lvl8pPr>
            <a:lvl9pPr marL="2743612" lvl="8" indent="-346621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3057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6800" cy="2519100"/>
          </a:xfrm>
          <a:prstGeom prst="rect">
            <a:avLst/>
          </a:prstGeom>
        </p:spPr>
        <p:txBody>
          <a:bodyPr spcFirstLastPara="1" wrap="square" lIns="349450" tIns="349450" rIns="349450" bIns="349450" anchor="ctr" anchorCtr="0">
            <a:normAutofit/>
          </a:bodyPr>
          <a:lstStyle>
            <a:lvl1pPr lvl="0">
              <a:buNone/>
              <a:defRPr sz="2548"/>
            </a:lvl1pPr>
            <a:lvl2pPr lvl="1">
              <a:buNone/>
              <a:defRPr sz="2548"/>
            </a:lvl2pPr>
            <a:lvl3pPr lvl="2">
              <a:buNone/>
              <a:defRPr sz="2548"/>
            </a:lvl3pPr>
            <a:lvl4pPr lvl="3">
              <a:buNone/>
              <a:defRPr sz="2548"/>
            </a:lvl4pPr>
            <a:lvl5pPr lvl="4">
              <a:buNone/>
              <a:defRPr sz="2548"/>
            </a:lvl5pPr>
            <a:lvl6pPr lvl="5">
              <a:buNone/>
              <a:defRPr sz="2548"/>
            </a:lvl6pPr>
            <a:lvl7pPr lvl="6">
              <a:buNone/>
              <a:defRPr sz="2548"/>
            </a:lvl7pPr>
            <a:lvl8pPr lvl="7">
              <a:buNone/>
              <a:defRPr sz="2548"/>
            </a:lvl8pPr>
            <a:lvl9pPr lvl="8">
              <a:buNone/>
              <a:defRPr sz="2548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400" cy="3665250"/>
          </a:xfrm>
          <a:prstGeom prst="rect">
            <a:avLst/>
          </a:prstGeom>
        </p:spPr>
        <p:txBody>
          <a:bodyPr spcFirstLastPara="1" wrap="square" lIns="349450" tIns="349450" rIns="349450" bIns="3494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1pPr>
            <a:lvl2pPr lvl="1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2pPr>
            <a:lvl3pPr lvl="2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3pPr>
            <a:lvl4pPr lvl="3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4pPr>
            <a:lvl5pPr lvl="4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5pPr>
            <a:lvl6pPr lvl="5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6pPr>
            <a:lvl7pPr lvl="6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7pPr>
            <a:lvl8pPr lvl="7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8pPr>
            <a:lvl9pPr lvl="8">
              <a:spcBef>
                <a:spcPts val="0"/>
              </a:spcBef>
              <a:spcAft>
                <a:spcPts val="0"/>
              </a:spcAft>
              <a:buSzPts val="10702"/>
              <a:buNone/>
              <a:defRPr sz="7136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6800" cy="2519100"/>
          </a:xfrm>
          <a:prstGeom prst="rect">
            <a:avLst/>
          </a:prstGeom>
        </p:spPr>
        <p:txBody>
          <a:bodyPr spcFirstLastPara="1" wrap="square" lIns="349450" tIns="349450" rIns="349450" bIns="349450" anchor="ctr" anchorCtr="0">
            <a:normAutofit/>
          </a:bodyPr>
          <a:lstStyle>
            <a:lvl1pPr lvl="0">
              <a:buNone/>
              <a:defRPr sz="2548"/>
            </a:lvl1pPr>
            <a:lvl2pPr lvl="1">
              <a:buNone/>
              <a:defRPr sz="2548"/>
            </a:lvl2pPr>
            <a:lvl3pPr lvl="2">
              <a:buNone/>
              <a:defRPr sz="2548"/>
            </a:lvl3pPr>
            <a:lvl4pPr lvl="3">
              <a:buNone/>
              <a:defRPr sz="2548"/>
            </a:lvl4pPr>
            <a:lvl5pPr lvl="4">
              <a:buNone/>
              <a:defRPr sz="2548"/>
            </a:lvl5pPr>
            <a:lvl6pPr lvl="5">
              <a:buNone/>
              <a:defRPr sz="2548"/>
            </a:lvl6pPr>
            <a:lvl7pPr lvl="6">
              <a:buNone/>
              <a:defRPr sz="2548"/>
            </a:lvl7pPr>
            <a:lvl8pPr lvl="7">
              <a:buNone/>
              <a:defRPr sz="2548"/>
            </a:lvl8pPr>
            <a:lvl9pPr lvl="8">
              <a:buNone/>
              <a:defRPr sz="2548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48080" y="3555840"/>
            <a:ext cx="6739200" cy="4836600"/>
          </a:xfrm>
          <a:prstGeom prst="rect">
            <a:avLst/>
          </a:prstGeom>
        </p:spPr>
        <p:txBody>
          <a:bodyPr spcFirstLastPara="1" wrap="square" lIns="349450" tIns="349450" rIns="349450" bIns="3494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73"/>
              <a:buNone/>
              <a:defRPr sz="6116"/>
            </a:lvl1pPr>
            <a:lvl2pPr lvl="1">
              <a:spcBef>
                <a:spcPts val="0"/>
              </a:spcBef>
              <a:spcAft>
                <a:spcPts val="0"/>
              </a:spcAft>
              <a:buSzPts val="9173"/>
              <a:buNone/>
              <a:defRPr sz="6116"/>
            </a:lvl2pPr>
            <a:lvl3pPr lvl="2">
              <a:spcBef>
                <a:spcPts val="0"/>
              </a:spcBef>
              <a:spcAft>
                <a:spcPts val="0"/>
              </a:spcAft>
              <a:buSzPts val="9173"/>
              <a:buNone/>
              <a:defRPr sz="6116"/>
            </a:lvl3pPr>
            <a:lvl4pPr lvl="3">
              <a:spcBef>
                <a:spcPts val="0"/>
              </a:spcBef>
              <a:spcAft>
                <a:spcPts val="0"/>
              </a:spcAft>
              <a:buSzPts val="9173"/>
              <a:buNone/>
              <a:defRPr sz="6116"/>
            </a:lvl4pPr>
            <a:lvl5pPr lvl="4">
              <a:spcBef>
                <a:spcPts val="0"/>
              </a:spcBef>
              <a:spcAft>
                <a:spcPts val="0"/>
              </a:spcAft>
              <a:buSzPts val="9173"/>
              <a:buNone/>
              <a:defRPr sz="6116"/>
            </a:lvl5pPr>
            <a:lvl6pPr lvl="5">
              <a:spcBef>
                <a:spcPts val="0"/>
              </a:spcBef>
              <a:spcAft>
                <a:spcPts val="0"/>
              </a:spcAft>
              <a:buSzPts val="9173"/>
              <a:buNone/>
              <a:defRPr sz="6116"/>
            </a:lvl6pPr>
            <a:lvl7pPr lvl="6">
              <a:spcBef>
                <a:spcPts val="0"/>
              </a:spcBef>
              <a:spcAft>
                <a:spcPts val="0"/>
              </a:spcAft>
              <a:buSzPts val="9173"/>
              <a:buNone/>
              <a:defRPr sz="6116"/>
            </a:lvl7pPr>
            <a:lvl8pPr lvl="7">
              <a:spcBef>
                <a:spcPts val="0"/>
              </a:spcBef>
              <a:spcAft>
                <a:spcPts val="0"/>
              </a:spcAft>
              <a:buSzPts val="9173"/>
              <a:buNone/>
              <a:defRPr sz="6116"/>
            </a:lvl8pPr>
            <a:lvl9pPr lvl="8">
              <a:spcBef>
                <a:spcPts val="0"/>
              </a:spcBef>
              <a:spcAft>
                <a:spcPts val="0"/>
              </a:spcAft>
              <a:buSzPts val="9173"/>
              <a:buNone/>
              <a:defRPr sz="6116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48080" y="8893440"/>
            <a:ext cx="6739200" cy="20348100"/>
          </a:xfrm>
          <a:prstGeom prst="rect">
            <a:avLst/>
          </a:prstGeom>
        </p:spPr>
        <p:txBody>
          <a:bodyPr spcFirstLastPara="1" wrap="square" lIns="349450" tIns="349450" rIns="349450" bIns="349450" anchor="t" anchorCtr="0">
            <a:normAutofit/>
          </a:bodyPr>
          <a:lstStyle>
            <a:lvl1pPr marL="304846" lvl="0" indent="-346621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3057"/>
            </a:lvl1pPr>
            <a:lvl2pPr marL="609691" lvl="1" indent="-346621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3057"/>
            </a:lvl2pPr>
            <a:lvl3pPr marL="914538" lvl="2" indent="-346621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3057"/>
            </a:lvl3pPr>
            <a:lvl4pPr marL="1219383" lvl="3" indent="-346621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3057"/>
            </a:lvl4pPr>
            <a:lvl5pPr marL="1524228" lvl="4" indent="-346621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3057"/>
            </a:lvl5pPr>
            <a:lvl6pPr marL="1829075" lvl="5" indent="-346621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3057"/>
            </a:lvl6pPr>
            <a:lvl7pPr marL="2133921" lvl="6" indent="-346621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3057"/>
            </a:lvl7pPr>
            <a:lvl8pPr marL="2438766" lvl="7" indent="-346621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3057"/>
            </a:lvl8pPr>
            <a:lvl9pPr marL="2743612" lvl="8" indent="-346621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3057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6800" cy="2519100"/>
          </a:xfrm>
          <a:prstGeom prst="rect">
            <a:avLst/>
          </a:prstGeom>
        </p:spPr>
        <p:txBody>
          <a:bodyPr spcFirstLastPara="1" wrap="square" lIns="349450" tIns="349450" rIns="349450" bIns="349450" anchor="ctr" anchorCtr="0">
            <a:normAutofit/>
          </a:bodyPr>
          <a:lstStyle>
            <a:lvl1pPr lvl="0">
              <a:buNone/>
              <a:defRPr sz="2548"/>
            </a:lvl1pPr>
            <a:lvl2pPr lvl="1">
              <a:buNone/>
              <a:defRPr sz="2548"/>
            </a:lvl2pPr>
            <a:lvl3pPr lvl="2">
              <a:buNone/>
              <a:defRPr sz="2548"/>
            </a:lvl3pPr>
            <a:lvl4pPr lvl="3">
              <a:buNone/>
              <a:defRPr sz="2548"/>
            </a:lvl4pPr>
            <a:lvl5pPr lvl="4">
              <a:buNone/>
              <a:defRPr sz="2548"/>
            </a:lvl5pPr>
            <a:lvl6pPr lvl="5">
              <a:buNone/>
              <a:defRPr sz="2548"/>
            </a:lvl6pPr>
            <a:lvl7pPr lvl="6">
              <a:buNone/>
              <a:defRPr sz="2548"/>
            </a:lvl7pPr>
            <a:lvl8pPr lvl="7">
              <a:buNone/>
              <a:defRPr sz="2548"/>
            </a:lvl8pPr>
            <a:lvl9pPr lvl="8">
              <a:buNone/>
              <a:defRPr sz="2548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76600" y="2880960"/>
            <a:ext cx="15282800" cy="26181000"/>
          </a:xfrm>
          <a:prstGeom prst="rect">
            <a:avLst/>
          </a:prstGeom>
        </p:spPr>
        <p:txBody>
          <a:bodyPr spcFirstLastPara="1" wrap="square" lIns="349450" tIns="349450" rIns="349450" bIns="3494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347"/>
              <a:buNone/>
              <a:defRPr sz="12233"/>
            </a:lvl1pPr>
            <a:lvl2pPr lvl="1">
              <a:spcBef>
                <a:spcPts val="0"/>
              </a:spcBef>
              <a:spcAft>
                <a:spcPts val="0"/>
              </a:spcAft>
              <a:buSzPts val="18347"/>
              <a:buNone/>
              <a:defRPr sz="12233"/>
            </a:lvl2pPr>
            <a:lvl3pPr lvl="2">
              <a:spcBef>
                <a:spcPts val="0"/>
              </a:spcBef>
              <a:spcAft>
                <a:spcPts val="0"/>
              </a:spcAft>
              <a:buSzPts val="18347"/>
              <a:buNone/>
              <a:defRPr sz="12233"/>
            </a:lvl3pPr>
            <a:lvl4pPr lvl="3">
              <a:spcBef>
                <a:spcPts val="0"/>
              </a:spcBef>
              <a:spcAft>
                <a:spcPts val="0"/>
              </a:spcAft>
              <a:buSzPts val="18347"/>
              <a:buNone/>
              <a:defRPr sz="12233"/>
            </a:lvl4pPr>
            <a:lvl5pPr lvl="4">
              <a:spcBef>
                <a:spcPts val="0"/>
              </a:spcBef>
              <a:spcAft>
                <a:spcPts val="0"/>
              </a:spcAft>
              <a:buSzPts val="18347"/>
              <a:buNone/>
              <a:defRPr sz="12233"/>
            </a:lvl5pPr>
            <a:lvl6pPr lvl="5">
              <a:spcBef>
                <a:spcPts val="0"/>
              </a:spcBef>
              <a:spcAft>
                <a:spcPts val="0"/>
              </a:spcAft>
              <a:buSzPts val="18347"/>
              <a:buNone/>
              <a:defRPr sz="12233"/>
            </a:lvl6pPr>
            <a:lvl7pPr lvl="6">
              <a:spcBef>
                <a:spcPts val="0"/>
              </a:spcBef>
              <a:spcAft>
                <a:spcPts val="0"/>
              </a:spcAft>
              <a:buSzPts val="18347"/>
              <a:buNone/>
              <a:defRPr sz="12233"/>
            </a:lvl7pPr>
            <a:lvl8pPr lvl="7">
              <a:spcBef>
                <a:spcPts val="0"/>
              </a:spcBef>
              <a:spcAft>
                <a:spcPts val="0"/>
              </a:spcAft>
              <a:buSzPts val="18347"/>
              <a:buNone/>
              <a:defRPr sz="12233"/>
            </a:lvl8pPr>
            <a:lvl9pPr lvl="8">
              <a:spcBef>
                <a:spcPts val="0"/>
              </a:spcBef>
              <a:spcAft>
                <a:spcPts val="0"/>
              </a:spcAft>
              <a:buSzPts val="18347"/>
              <a:buNone/>
              <a:defRPr sz="12233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6800" cy="2519100"/>
          </a:xfrm>
          <a:prstGeom prst="rect">
            <a:avLst/>
          </a:prstGeom>
        </p:spPr>
        <p:txBody>
          <a:bodyPr spcFirstLastPara="1" wrap="square" lIns="349450" tIns="349450" rIns="349450" bIns="349450" anchor="ctr" anchorCtr="0">
            <a:normAutofit/>
          </a:bodyPr>
          <a:lstStyle>
            <a:lvl1pPr lvl="0">
              <a:buNone/>
              <a:defRPr sz="2548"/>
            </a:lvl1pPr>
            <a:lvl2pPr lvl="1">
              <a:buNone/>
              <a:defRPr sz="2548"/>
            </a:lvl2pPr>
            <a:lvl3pPr lvl="2">
              <a:buNone/>
              <a:defRPr sz="2548"/>
            </a:lvl3pPr>
            <a:lvl4pPr lvl="3">
              <a:buNone/>
              <a:defRPr sz="2548"/>
            </a:lvl4pPr>
            <a:lvl5pPr lvl="4">
              <a:buNone/>
              <a:defRPr sz="2548"/>
            </a:lvl5pPr>
            <a:lvl6pPr lvl="5">
              <a:buNone/>
              <a:defRPr sz="2548"/>
            </a:lvl6pPr>
            <a:lvl7pPr lvl="6">
              <a:buNone/>
              <a:defRPr sz="2548"/>
            </a:lvl7pPr>
            <a:lvl8pPr lvl="7">
              <a:buNone/>
              <a:defRPr sz="2548"/>
            </a:lvl8pPr>
            <a:lvl9pPr lvl="8">
              <a:buNone/>
              <a:defRPr sz="2548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972800" y="-800"/>
            <a:ext cx="109728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232967" tIns="232967" rIns="232967" bIns="232967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33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37200" y="7892321"/>
            <a:ext cx="9708400" cy="9486900"/>
          </a:xfrm>
          <a:prstGeom prst="rect">
            <a:avLst/>
          </a:prstGeom>
        </p:spPr>
        <p:txBody>
          <a:bodyPr spcFirstLastPara="1" wrap="square" lIns="349450" tIns="349450" rIns="349450" bIns="3494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0704"/>
            </a:lvl1pPr>
            <a:lvl2pPr lvl="1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0704"/>
            </a:lvl2pPr>
            <a:lvl3pPr lvl="2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0704"/>
            </a:lvl3pPr>
            <a:lvl4pPr lvl="3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0704"/>
            </a:lvl4pPr>
            <a:lvl5pPr lvl="4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0704"/>
            </a:lvl5pPr>
            <a:lvl6pPr lvl="5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0704"/>
            </a:lvl6pPr>
            <a:lvl7pPr lvl="6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0704"/>
            </a:lvl7pPr>
            <a:lvl8pPr lvl="7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0704"/>
            </a:lvl8pPr>
            <a:lvl9pPr lvl="8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0704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37200" y="17939681"/>
            <a:ext cx="9708400" cy="7904700"/>
          </a:xfrm>
          <a:prstGeom prst="rect">
            <a:avLst/>
          </a:prstGeom>
        </p:spPr>
        <p:txBody>
          <a:bodyPr spcFirstLastPara="1" wrap="square" lIns="349450" tIns="349450" rIns="349450" bIns="3494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5352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535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535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535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535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535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535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535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5352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854800" y="4634080"/>
            <a:ext cx="9208800" cy="23648850"/>
          </a:xfrm>
          <a:prstGeom prst="rect">
            <a:avLst/>
          </a:prstGeom>
        </p:spPr>
        <p:txBody>
          <a:bodyPr spcFirstLastPara="1" wrap="square" lIns="349450" tIns="349450" rIns="349450" bIns="349450" anchor="ctr" anchorCtr="0">
            <a:normAutofit/>
          </a:bodyPr>
          <a:lstStyle>
            <a:lvl1pPr marL="304846" lvl="0" indent="-443720">
              <a:spcBef>
                <a:spcPts val="0"/>
              </a:spcBef>
              <a:spcAft>
                <a:spcPts val="0"/>
              </a:spcAft>
              <a:buSzPts val="6880"/>
              <a:buChar char="●"/>
              <a:defRPr sz="4588"/>
            </a:lvl1pPr>
            <a:lvl2pPr marL="609691" lvl="1" indent="-378987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3568"/>
            </a:lvl2pPr>
            <a:lvl3pPr marL="914538" lvl="2" indent="-378987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3568"/>
            </a:lvl3pPr>
            <a:lvl4pPr marL="1219383" lvl="3" indent="-378987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3568"/>
            </a:lvl4pPr>
            <a:lvl5pPr marL="1524228" lvl="4" indent="-378987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3568"/>
            </a:lvl5pPr>
            <a:lvl6pPr marL="1829075" lvl="5" indent="-378987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3568"/>
            </a:lvl6pPr>
            <a:lvl7pPr marL="2133921" lvl="6" indent="-378987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3568"/>
            </a:lvl7pPr>
            <a:lvl8pPr marL="2438766" lvl="7" indent="-378987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3568"/>
            </a:lvl8pPr>
            <a:lvl9pPr marL="2743612" lvl="8" indent="-378987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3568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6800" cy="2519100"/>
          </a:xfrm>
          <a:prstGeom prst="rect">
            <a:avLst/>
          </a:prstGeom>
        </p:spPr>
        <p:txBody>
          <a:bodyPr spcFirstLastPara="1" wrap="square" lIns="349450" tIns="349450" rIns="349450" bIns="349450" anchor="ctr" anchorCtr="0">
            <a:normAutofit/>
          </a:bodyPr>
          <a:lstStyle>
            <a:lvl1pPr lvl="0">
              <a:buNone/>
              <a:defRPr sz="2548"/>
            </a:lvl1pPr>
            <a:lvl2pPr lvl="1">
              <a:buNone/>
              <a:defRPr sz="2548"/>
            </a:lvl2pPr>
            <a:lvl3pPr lvl="2">
              <a:buNone/>
              <a:defRPr sz="2548"/>
            </a:lvl3pPr>
            <a:lvl4pPr lvl="3">
              <a:buNone/>
              <a:defRPr sz="2548"/>
            </a:lvl4pPr>
            <a:lvl5pPr lvl="4">
              <a:buNone/>
              <a:defRPr sz="2548"/>
            </a:lvl5pPr>
            <a:lvl6pPr lvl="5">
              <a:buNone/>
              <a:defRPr sz="2548"/>
            </a:lvl6pPr>
            <a:lvl7pPr lvl="6">
              <a:buNone/>
              <a:defRPr sz="2548"/>
            </a:lvl7pPr>
            <a:lvl8pPr lvl="7">
              <a:buNone/>
              <a:defRPr sz="2548"/>
            </a:lvl8pPr>
            <a:lvl9pPr lvl="8">
              <a:buNone/>
              <a:defRPr sz="2548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48080" y="27075680"/>
            <a:ext cx="14397200" cy="3872700"/>
          </a:xfrm>
          <a:prstGeom prst="rect">
            <a:avLst/>
          </a:prstGeom>
        </p:spPr>
        <p:txBody>
          <a:bodyPr spcFirstLastPara="1" wrap="square" lIns="349450" tIns="349450" rIns="349450" bIns="349450" anchor="ctr" anchorCtr="0">
            <a:normAutofit/>
          </a:bodyPr>
          <a:lstStyle>
            <a:lvl1pPr marL="304846" lvl="0" indent="-1524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0"/>
              <a:buNone/>
              <a:defRPr sz="4588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6800" cy="2519100"/>
          </a:xfrm>
          <a:prstGeom prst="rect">
            <a:avLst/>
          </a:prstGeom>
        </p:spPr>
        <p:txBody>
          <a:bodyPr spcFirstLastPara="1" wrap="square" lIns="349450" tIns="349450" rIns="349450" bIns="349450" anchor="ctr" anchorCtr="0">
            <a:normAutofit/>
          </a:bodyPr>
          <a:lstStyle>
            <a:lvl1pPr lvl="0">
              <a:buNone/>
              <a:defRPr sz="2548"/>
            </a:lvl1pPr>
            <a:lvl2pPr lvl="1">
              <a:buNone/>
              <a:defRPr sz="2548"/>
            </a:lvl2pPr>
            <a:lvl3pPr lvl="2">
              <a:buNone/>
              <a:defRPr sz="2548"/>
            </a:lvl3pPr>
            <a:lvl4pPr lvl="3">
              <a:buNone/>
              <a:defRPr sz="2548"/>
            </a:lvl4pPr>
            <a:lvl5pPr lvl="4">
              <a:buNone/>
              <a:defRPr sz="2548"/>
            </a:lvl5pPr>
            <a:lvl6pPr lvl="5">
              <a:buNone/>
              <a:defRPr sz="2548"/>
            </a:lvl6pPr>
            <a:lvl7pPr lvl="6">
              <a:buNone/>
              <a:defRPr sz="2548"/>
            </a:lvl7pPr>
            <a:lvl8pPr lvl="7">
              <a:buNone/>
              <a:defRPr sz="2548"/>
            </a:lvl8pPr>
            <a:lvl9pPr lvl="8">
              <a:buNone/>
              <a:defRPr sz="2548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48080" y="7079200"/>
            <a:ext cx="20449400" cy="12566250"/>
          </a:xfrm>
          <a:prstGeom prst="rect">
            <a:avLst/>
          </a:prstGeom>
        </p:spPr>
        <p:txBody>
          <a:bodyPr spcFirstLastPara="1" wrap="square" lIns="349450" tIns="349450" rIns="349450" bIns="3494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30583"/>
            </a:lvl1pPr>
            <a:lvl2pPr lvl="1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30583"/>
            </a:lvl2pPr>
            <a:lvl3pPr lvl="2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30583"/>
            </a:lvl3pPr>
            <a:lvl4pPr lvl="3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30583"/>
            </a:lvl4pPr>
            <a:lvl5pPr lvl="4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30583"/>
            </a:lvl5pPr>
            <a:lvl6pPr lvl="5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30583"/>
            </a:lvl6pPr>
            <a:lvl7pPr lvl="6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30583"/>
            </a:lvl7pPr>
            <a:lvl8pPr lvl="7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30583"/>
            </a:lvl8pPr>
            <a:lvl9pPr lvl="8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30583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48080" y="20174240"/>
            <a:ext cx="20449400" cy="8325000"/>
          </a:xfrm>
          <a:prstGeom prst="rect">
            <a:avLst/>
          </a:prstGeom>
        </p:spPr>
        <p:txBody>
          <a:bodyPr spcFirstLastPara="1" wrap="square" lIns="349450" tIns="349450" rIns="349450" bIns="349450" anchor="t" anchorCtr="0">
            <a:normAutofit/>
          </a:bodyPr>
          <a:lstStyle>
            <a:lvl1pPr marL="304846" lvl="0" indent="-443720" algn="ctr">
              <a:spcBef>
                <a:spcPts val="0"/>
              </a:spcBef>
              <a:spcAft>
                <a:spcPts val="0"/>
              </a:spcAft>
              <a:buSzPts val="6880"/>
              <a:buChar char="●"/>
              <a:defRPr sz="4588"/>
            </a:lvl1pPr>
            <a:lvl2pPr marL="609691" lvl="1" indent="-378987" algn="ctr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3568"/>
            </a:lvl2pPr>
            <a:lvl3pPr marL="914538" lvl="2" indent="-378987" algn="ctr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3568"/>
            </a:lvl3pPr>
            <a:lvl4pPr marL="1219383" lvl="3" indent="-378987" algn="ctr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3568"/>
            </a:lvl4pPr>
            <a:lvl5pPr marL="1524228" lvl="4" indent="-378987" algn="ctr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3568"/>
            </a:lvl5pPr>
            <a:lvl6pPr marL="1829075" lvl="5" indent="-378987" algn="ctr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3568"/>
            </a:lvl6pPr>
            <a:lvl7pPr marL="2133921" lvl="6" indent="-378987" algn="ctr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3568"/>
            </a:lvl7pPr>
            <a:lvl8pPr marL="2438766" lvl="7" indent="-378987" algn="ctr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3568"/>
            </a:lvl8pPr>
            <a:lvl9pPr marL="2743612" lvl="8" indent="-378987" algn="ctr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3568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6800" cy="2519100"/>
          </a:xfrm>
          <a:prstGeom prst="rect">
            <a:avLst/>
          </a:prstGeom>
        </p:spPr>
        <p:txBody>
          <a:bodyPr spcFirstLastPara="1" wrap="square" lIns="349450" tIns="349450" rIns="349450" bIns="349450" anchor="ctr" anchorCtr="0">
            <a:normAutofit/>
          </a:bodyPr>
          <a:lstStyle>
            <a:lvl1pPr lvl="0">
              <a:buNone/>
              <a:defRPr sz="2548"/>
            </a:lvl1pPr>
            <a:lvl2pPr lvl="1">
              <a:buNone/>
              <a:defRPr sz="2548"/>
            </a:lvl2pPr>
            <a:lvl3pPr lvl="2">
              <a:buNone/>
              <a:defRPr sz="2548"/>
            </a:lvl3pPr>
            <a:lvl4pPr lvl="3">
              <a:buNone/>
              <a:defRPr sz="2548"/>
            </a:lvl4pPr>
            <a:lvl5pPr lvl="4">
              <a:buNone/>
              <a:defRPr sz="2548"/>
            </a:lvl5pPr>
            <a:lvl6pPr lvl="5">
              <a:buNone/>
              <a:defRPr sz="2548"/>
            </a:lvl6pPr>
            <a:lvl7pPr lvl="6">
              <a:buNone/>
              <a:defRPr sz="2548"/>
            </a:lvl7pPr>
            <a:lvl8pPr lvl="7">
              <a:buNone/>
              <a:defRPr sz="2548"/>
            </a:lvl8pPr>
            <a:lvl9pPr lvl="8">
              <a:buNone/>
              <a:defRPr sz="2548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CUSTOM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1097280" y="4441320"/>
            <a:ext cx="12736400" cy="1221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2100" tIns="131000" rIns="262100" bIns="1310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20"/>
              <a:buFont typeface="Helvetica Neue"/>
              <a:buNone/>
              <a:defRPr sz="6881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Helvetica Neue"/>
              <a:buNone/>
              <a:defRPr sz="3568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Helvetica Neue"/>
              <a:buNone/>
              <a:defRPr sz="3568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Helvetica Neue"/>
              <a:buNone/>
              <a:defRPr sz="3568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Helvetica Neue"/>
              <a:buNone/>
              <a:defRPr sz="3568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Helvetica Neue"/>
              <a:buNone/>
              <a:defRPr sz="3568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Helvetica Neue"/>
              <a:buNone/>
              <a:defRPr sz="3568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Helvetica Neue"/>
              <a:buNone/>
              <a:defRPr sz="3568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Helvetica Neue"/>
              <a:buNone/>
              <a:defRPr sz="3568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  <p:sp>
        <p:nvSpPr>
          <p:cNvPr id="69" name="Google Shape;69;p14"/>
          <p:cNvSpPr txBox="1">
            <a:spLocks noGrp="1"/>
          </p:cNvSpPr>
          <p:nvPr>
            <p:ph type="title" idx="2"/>
          </p:nvPr>
        </p:nvSpPr>
        <p:spPr>
          <a:xfrm>
            <a:off x="1097280" y="18092640"/>
            <a:ext cx="12736400" cy="672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2100" tIns="131000" rIns="262100" bIns="1310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91"/>
              <a:buFont typeface="Arial"/>
              <a:buNone/>
              <a:defRPr sz="5862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cxnSp>
        <p:nvCxnSpPr>
          <p:cNvPr id="70" name="Google Shape;70;p14"/>
          <p:cNvCxnSpPr/>
          <p:nvPr/>
        </p:nvCxnSpPr>
        <p:spPr>
          <a:xfrm>
            <a:off x="1028700" y="17373600"/>
            <a:ext cx="12736400" cy="0"/>
          </a:xfrm>
          <a:prstGeom prst="straightConnector1">
            <a:avLst/>
          </a:prstGeom>
          <a:noFill/>
          <a:ln w="2912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_Bar">
  <p:cSld name="No_Bar">
    <p:bg>
      <p:bgRef idx="1001">
        <a:schemeClr val="bg1"/>
      </p:bgRef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1097280" y="731520"/>
            <a:ext cx="17621200" cy="4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2100" tIns="131000" rIns="262100" bIns="1310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56"/>
              <a:buFont typeface="Arial"/>
              <a:buNone/>
              <a:defRPr sz="637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1097280" y="5852160"/>
            <a:ext cx="19751000" cy="237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2100" tIns="131000" rIns="262100" bIns="131000" anchor="t" anchorCtr="0">
            <a:normAutofit/>
          </a:bodyPr>
          <a:lstStyle>
            <a:lvl1pPr marL="304846" marR="0" lvl="0" indent="-443720" algn="l" rtl="0">
              <a:lnSpc>
                <a:spcPct val="100000"/>
              </a:lnSpc>
              <a:spcBef>
                <a:spcPts val="1274"/>
              </a:spcBef>
              <a:spcAft>
                <a:spcPts val="0"/>
              </a:spcAft>
              <a:buClr>
                <a:schemeClr val="dk1"/>
              </a:buClr>
              <a:buSzPts val="6880"/>
              <a:buFont typeface="Helvetica Neue Light"/>
              <a:buChar char="•"/>
              <a:defRPr sz="4588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Helvetica Neue Light"/>
                <a:cs typeface="Arial" panose="020B0604020202020204" pitchFamily="34" charset="0"/>
                <a:sym typeface="Helvetica Neue Light"/>
              </a:defRPr>
            </a:lvl1pPr>
            <a:lvl2pPr marL="609691" marR="0" lvl="1" indent="-411355" algn="l" rtl="0">
              <a:lnSpc>
                <a:spcPct val="100000"/>
              </a:lnSpc>
              <a:spcBef>
                <a:spcPts val="1274"/>
              </a:spcBef>
              <a:spcAft>
                <a:spcPts val="0"/>
              </a:spcAft>
              <a:buClr>
                <a:schemeClr val="dk1"/>
              </a:buClr>
              <a:buSzPts val="6116"/>
              <a:buFont typeface="Helvetica Neue Light"/>
              <a:buChar char="–"/>
              <a:defRPr sz="4078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914538" marR="0" lvl="2" indent="-378987" algn="l" rtl="0">
              <a:lnSpc>
                <a:spcPct val="100000"/>
              </a:lnSpc>
              <a:spcBef>
                <a:spcPts val="1274"/>
              </a:spcBef>
              <a:spcAft>
                <a:spcPts val="0"/>
              </a:spcAft>
              <a:buClr>
                <a:schemeClr val="dk1"/>
              </a:buClr>
              <a:buSzPts val="5351"/>
              <a:buFont typeface="Helvetica Neue Light"/>
              <a:buChar char="•"/>
              <a:defRPr sz="3568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219383" marR="0" lvl="3" indent="-330437" algn="l" rtl="0">
              <a:lnSpc>
                <a:spcPct val="100000"/>
              </a:lnSpc>
              <a:spcBef>
                <a:spcPts val="1274"/>
              </a:spcBef>
              <a:spcAft>
                <a:spcPts val="0"/>
              </a:spcAft>
              <a:buClr>
                <a:schemeClr val="dk1"/>
              </a:buClr>
              <a:buSzPts val="4204"/>
              <a:buFont typeface="Helvetica Neue Light"/>
              <a:buChar char="–"/>
              <a:defRPr sz="2804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1524228" marR="0" lvl="4" indent="-330437" algn="l" rtl="0">
              <a:lnSpc>
                <a:spcPct val="100000"/>
              </a:lnSpc>
              <a:spcBef>
                <a:spcPts val="1274"/>
              </a:spcBef>
              <a:spcAft>
                <a:spcPts val="0"/>
              </a:spcAft>
              <a:buClr>
                <a:schemeClr val="dk1"/>
              </a:buClr>
              <a:buSzPts val="4204"/>
              <a:buFont typeface="Helvetica Neue Light"/>
              <a:buChar char="»"/>
              <a:defRPr sz="2804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1829075" marR="0" lvl="5" indent="-330437" algn="l" rtl="0">
              <a:lnSpc>
                <a:spcPct val="100000"/>
              </a:lnSpc>
              <a:spcBef>
                <a:spcPts val="1274"/>
              </a:spcBef>
              <a:spcAft>
                <a:spcPts val="0"/>
              </a:spcAft>
              <a:buClr>
                <a:schemeClr val="dk1"/>
              </a:buClr>
              <a:buSzPts val="4204"/>
              <a:buFont typeface="Helvetica Neue Light"/>
              <a:buChar char="•"/>
              <a:defRPr sz="2804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2133921" marR="0" lvl="6" indent="-330437" algn="l" rtl="0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chemeClr val="dk1"/>
              </a:buClr>
              <a:buSzPts val="4204"/>
              <a:buFont typeface="Helvetica Neue Light"/>
              <a:buChar char="•"/>
              <a:defRPr sz="2804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2438766" marR="0" lvl="7" indent="-330437" algn="l" rtl="0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chemeClr val="dk1"/>
              </a:buClr>
              <a:buSzPts val="4204"/>
              <a:buFont typeface="Helvetica Neue Light"/>
              <a:buChar char="•"/>
              <a:defRPr sz="2804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2743612" marR="0" lvl="8" indent="-330437" algn="l" rtl="0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chemeClr val="dk1"/>
              </a:buClr>
              <a:buSzPts val="4204"/>
              <a:buFont typeface="Helvetica Neue Light"/>
              <a:buChar char="•"/>
              <a:defRPr sz="2804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 dirty="0"/>
          </a:p>
        </p:txBody>
      </p: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20536281" y="30764804"/>
            <a:ext cx="1317000" cy="2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2100" tIns="262100" rIns="262100" bIns="2621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CUSTOM_2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20536281" y="30399044"/>
            <a:ext cx="1317000" cy="2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2100" tIns="262100" rIns="262100" bIns="2621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4604580" y="4376520"/>
            <a:ext cx="12736400" cy="1221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2100" tIns="131000" rIns="262100" bIns="131000" anchor="b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91"/>
              <a:buFont typeface="Helvetica Neue"/>
              <a:buNone/>
              <a:defRPr sz="5862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27"/>
              <a:buFont typeface="Helvetica Neue"/>
              <a:buNone/>
              <a:defRPr sz="5352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27"/>
              <a:buFont typeface="Helvetica Neue"/>
              <a:buNone/>
              <a:defRPr sz="5352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27"/>
              <a:buFont typeface="Helvetica Neue"/>
              <a:buNone/>
              <a:defRPr sz="5352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27"/>
              <a:buFont typeface="Helvetica Neue"/>
              <a:buNone/>
              <a:defRPr sz="5352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27"/>
              <a:buFont typeface="Helvetica Neue"/>
              <a:buNone/>
              <a:defRPr sz="5352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27"/>
              <a:buFont typeface="Helvetica Neue"/>
              <a:buNone/>
              <a:defRPr sz="5352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27"/>
              <a:buFont typeface="Helvetica Neue"/>
              <a:buNone/>
              <a:defRPr sz="5352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27"/>
              <a:buFont typeface="Helvetica Neue"/>
              <a:buNone/>
              <a:defRPr sz="5352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  <p:cxnSp>
        <p:nvCxnSpPr>
          <p:cNvPr id="78" name="Google Shape;78;p16"/>
          <p:cNvCxnSpPr/>
          <p:nvPr/>
        </p:nvCxnSpPr>
        <p:spPr>
          <a:xfrm>
            <a:off x="6845850" y="17373600"/>
            <a:ext cx="8254000" cy="0"/>
          </a:xfrm>
          <a:prstGeom prst="straightConnector1">
            <a:avLst/>
          </a:prstGeom>
          <a:noFill/>
          <a:ln w="1456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ctrTitle"/>
          </p:nvPr>
        </p:nvSpPr>
        <p:spPr>
          <a:xfrm>
            <a:off x="2743200" y="5387343"/>
            <a:ext cx="16459200" cy="1146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2100" tIns="131000" rIns="262100" bIns="1310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1146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280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280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280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280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280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280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280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280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2743200" y="17289783"/>
            <a:ext cx="16459200" cy="794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2100" tIns="131000" rIns="262100" bIns="1310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0"/>
              <a:buFont typeface="Arial"/>
              <a:buNone/>
              <a:defRPr sz="45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33"/>
              <a:buFont typeface="Arial"/>
              <a:buNone/>
              <a:defRPr sz="38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1"/>
              <a:buFont typeface="Arial"/>
              <a:buNone/>
              <a:defRPr sz="356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87"/>
              <a:buFont typeface="Arial"/>
              <a:buNone/>
              <a:defRPr sz="305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87"/>
              <a:buFont typeface="Arial"/>
              <a:buNone/>
              <a:defRPr sz="305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87"/>
              <a:buFont typeface="Arial"/>
              <a:buNone/>
              <a:defRPr sz="305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87"/>
              <a:buFont typeface="Arial"/>
              <a:buNone/>
              <a:defRPr sz="305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87"/>
              <a:buFont typeface="Arial"/>
              <a:buNone/>
              <a:defRPr sz="305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87"/>
              <a:buFont typeface="Arial"/>
              <a:buNone/>
              <a:defRPr sz="305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5400000" cy="14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2100" tIns="131000" rIns="262100" bIns="1310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5400000" cy="14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2100" tIns="131000" rIns="262100" bIns="1310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Arial"/>
              <a:buNone/>
              <a:defRPr sz="3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20536281" y="30399044"/>
            <a:ext cx="1317000" cy="2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2100" tIns="262100" rIns="262100" bIns="2621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895860" y="7722840"/>
            <a:ext cx="20364000" cy="2311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2100" tIns="131000" rIns="262100" bIns="131000" anchor="t" anchorCtr="0">
            <a:normAutofit/>
          </a:bodyPr>
          <a:lstStyle>
            <a:lvl1pPr marL="304846" marR="0" lvl="0" indent="-443720" algn="l" rtl="0">
              <a:lnSpc>
                <a:spcPct val="90000"/>
              </a:lnSpc>
              <a:spcBef>
                <a:spcPts val="2039"/>
              </a:spcBef>
              <a:spcAft>
                <a:spcPts val="0"/>
              </a:spcAft>
              <a:buClr>
                <a:srgbClr val="003057"/>
              </a:buClr>
              <a:buSzPts val="6880"/>
              <a:buFont typeface="Oi"/>
              <a:buChar char="●"/>
              <a:defRPr sz="4588" b="0" i="0" u="none" strike="noStrike" cap="none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defRPr>
            </a:lvl1pPr>
            <a:lvl2pPr marL="609691" marR="0" lvl="1" indent="-395170" algn="l" rtl="0">
              <a:lnSpc>
                <a:spcPct val="90000"/>
              </a:lnSpc>
              <a:spcBef>
                <a:spcPts val="1019"/>
              </a:spcBef>
              <a:spcAft>
                <a:spcPts val="0"/>
              </a:spcAft>
              <a:buClr>
                <a:srgbClr val="003057"/>
              </a:buClr>
              <a:buSzPts val="5733"/>
              <a:buFont typeface="Oi"/>
              <a:buChar char="○"/>
              <a:defRPr sz="3823" b="0" i="0" u="none" strike="noStrike" cap="none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defRPr>
            </a:lvl2pPr>
            <a:lvl3pPr marL="914538" marR="0" lvl="2" indent="-346621" algn="l" rtl="0">
              <a:lnSpc>
                <a:spcPct val="90000"/>
              </a:lnSpc>
              <a:spcBef>
                <a:spcPts val="1019"/>
              </a:spcBef>
              <a:spcAft>
                <a:spcPts val="0"/>
              </a:spcAft>
              <a:buClr>
                <a:srgbClr val="003057"/>
              </a:buClr>
              <a:buSzPts val="4587"/>
              <a:buFont typeface="Oi"/>
              <a:buChar char="■"/>
              <a:defRPr sz="3057" b="0" i="0" u="none" strike="noStrike" cap="none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defRPr>
            </a:lvl3pPr>
            <a:lvl4pPr marL="1219383" marR="0" lvl="3" indent="-330437" algn="l" rtl="0">
              <a:lnSpc>
                <a:spcPct val="90000"/>
              </a:lnSpc>
              <a:spcBef>
                <a:spcPts val="1019"/>
              </a:spcBef>
              <a:spcAft>
                <a:spcPts val="0"/>
              </a:spcAft>
              <a:buClr>
                <a:srgbClr val="003057"/>
              </a:buClr>
              <a:buSzPts val="4204"/>
              <a:buFont typeface="Oi"/>
              <a:buChar char="●"/>
              <a:defRPr sz="2804" b="0" i="0" u="none" strike="noStrike" cap="none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defRPr>
            </a:lvl4pPr>
            <a:lvl5pPr marL="1524228" marR="0" lvl="4" indent="-330437" algn="l" rtl="0">
              <a:lnSpc>
                <a:spcPct val="90000"/>
              </a:lnSpc>
              <a:spcBef>
                <a:spcPts val="1019"/>
              </a:spcBef>
              <a:spcAft>
                <a:spcPts val="0"/>
              </a:spcAft>
              <a:buClr>
                <a:srgbClr val="003057"/>
              </a:buClr>
              <a:buSzPts val="4204"/>
              <a:buFont typeface="Oi"/>
              <a:buChar char="○"/>
              <a:defRPr sz="2804" b="0" i="0" u="none" strike="noStrike" cap="none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defRPr>
            </a:lvl5pPr>
            <a:lvl6pPr marL="1829075" marR="0" lvl="5" indent="-330437" algn="l" rtl="0">
              <a:lnSpc>
                <a:spcPct val="90000"/>
              </a:lnSpc>
              <a:spcBef>
                <a:spcPts val="1019"/>
              </a:spcBef>
              <a:spcAft>
                <a:spcPts val="0"/>
              </a:spcAft>
              <a:buClr>
                <a:schemeClr val="dk1"/>
              </a:buClr>
              <a:buSzPts val="4204"/>
              <a:buFont typeface="Oi"/>
              <a:buChar char="■"/>
              <a:defRPr sz="2804" b="0" i="0" u="none" strike="noStrike" cap="none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defRPr>
            </a:lvl6pPr>
            <a:lvl7pPr marL="2133921" marR="0" lvl="6" indent="-330437" algn="l" rtl="0">
              <a:lnSpc>
                <a:spcPct val="90000"/>
              </a:lnSpc>
              <a:spcBef>
                <a:spcPts val="1019"/>
              </a:spcBef>
              <a:spcAft>
                <a:spcPts val="0"/>
              </a:spcAft>
              <a:buClr>
                <a:schemeClr val="dk1"/>
              </a:buClr>
              <a:buSzPts val="4204"/>
              <a:buFont typeface="Oi"/>
              <a:buChar char="●"/>
              <a:defRPr sz="2804" b="0" i="0" u="none" strike="noStrike" cap="none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defRPr>
            </a:lvl7pPr>
            <a:lvl8pPr marL="2438766" marR="0" lvl="7" indent="-330437" algn="l" rtl="0">
              <a:lnSpc>
                <a:spcPct val="90000"/>
              </a:lnSpc>
              <a:spcBef>
                <a:spcPts val="1019"/>
              </a:spcBef>
              <a:spcAft>
                <a:spcPts val="0"/>
              </a:spcAft>
              <a:buClr>
                <a:schemeClr val="dk1"/>
              </a:buClr>
              <a:buSzPts val="4204"/>
              <a:buFont typeface="Oi"/>
              <a:buChar char="○"/>
              <a:defRPr sz="2804" b="0" i="0" u="none" strike="noStrike" cap="none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defRPr>
            </a:lvl8pPr>
            <a:lvl9pPr marL="2743612" marR="0" lvl="8" indent="-330437" algn="l" rtl="0">
              <a:lnSpc>
                <a:spcPct val="90000"/>
              </a:lnSpc>
              <a:spcBef>
                <a:spcPts val="1019"/>
              </a:spcBef>
              <a:spcAft>
                <a:spcPts val="0"/>
              </a:spcAft>
              <a:buClr>
                <a:schemeClr val="dk1"/>
              </a:buClr>
              <a:buSzPts val="4204"/>
              <a:buFont typeface="Oi"/>
              <a:buChar char="■"/>
              <a:defRPr sz="2804" b="0" i="0" u="none" strike="noStrike" cap="none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ldNum" idx="12"/>
          </p:nvPr>
        </p:nvSpPr>
        <p:spPr>
          <a:xfrm>
            <a:off x="16906140" y="30834768"/>
            <a:ext cx="49378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2100" tIns="131000" rIns="262100" bIns="1310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2"/>
              <a:buFont typeface="Arial"/>
              <a:buNone/>
              <a:defRPr sz="254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896112" y="2657856"/>
            <a:ext cx="20364000" cy="35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2100" tIns="131000" rIns="262100" bIns="1310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3760"/>
              <a:buFont typeface="Oi"/>
              <a:buNone/>
              <a:defRPr sz="6116" b="0" i="0" u="none" strike="noStrike" cap="none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Roboto Slab Medium"/>
              <a:buNone/>
              <a:defRPr sz="2804" b="0" i="0" u="none" strike="noStrike" cap="none">
                <a:solidFill>
                  <a:srgbClr val="000000"/>
                </a:solidFill>
                <a:latin typeface="Roboto Slab Medium"/>
                <a:ea typeface="Roboto Slab Medium"/>
                <a:cs typeface="Roboto Slab Medium"/>
                <a:sym typeface="Roboto Slab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Roboto Slab Medium"/>
              <a:buNone/>
              <a:defRPr sz="2804" b="0" i="0" u="none" strike="noStrike" cap="none">
                <a:solidFill>
                  <a:srgbClr val="000000"/>
                </a:solidFill>
                <a:latin typeface="Roboto Slab Medium"/>
                <a:ea typeface="Roboto Slab Medium"/>
                <a:cs typeface="Roboto Slab Medium"/>
                <a:sym typeface="Roboto Slab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Roboto Slab Medium"/>
              <a:buNone/>
              <a:defRPr sz="2804" b="0" i="0" u="none" strike="noStrike" cap="none">
                <a:solidFill>
                  <a:srgbClr val="000000"/>
                </a:solidFill>
                <a:latin typeface="Roboto Slab Medium"/>
                <a:ea typeface="Roboto Slab Medium"/>
                <a:cs typeface="Roboto Slab Medium"/>
                <a:sym typeface="Roboto Slab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Roboto Slab Medium"/>
              <a:buNone/>
              <a:defRPr sz="2804" b="0" i="0" u="none" strike="noStrike" cap="none">
                <a:solidFill>
                  <a:srgbClr val="000000"/>
                </a:solidFill>
                <a:latin typeface="Roboto Slab Medium"/>
                <a:ea typeface="Roboto Slab Medium"/>
                <a:cs typeface="Roboto Slab Medium"/>
                <a:sym typeface="Roboto Slab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Roboto Slab Medium"/>
              <a:buNone/>
              <a:defRPr sz="2804" b="0" i="0" u="none" strike="noStrike" cap="none">
                <a:solidFill>
                  <a:srgbClr val="000000"/>
                </a:solidFill>
                <a:latin typeface="Roboto Slab Medium"/>
                <a:ea typeface="Roboto Slab Medium"/>
                <a:cs typeface="Roboto Slab Medium"/>
                <a:sym typeface="Roboto Slab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Roboto Slab Medium"/>
              <a:buNone/>
              <a:defRPr sz="2804" b="0" i="0" u="none" strike="noStrike" cap="none">
                <a:solidFill>
                  <a:srgbClr val="000000"/>
                </a:solidFill>
                <a:latin typeface="Roboto Slab Medium"/>
                <a:ea typeface="Roboto Slab Medium"/>
                <a:cs typeface="Roboto Slab Medium"/>
                <a:sym typeface="Roboto Slab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Roboto Slab Medium"/>
              <a:buNone/>
              <a:defRPr sz="2804" b="0" i="0" u="none" strike="noStrike" cap="none">
                <a:solidFill>
                  <a:srgbClr val="000000"/>
                </a:solidFill>
                <a:latin typeface="Roboto Slab Medium"/>
                <a:ea typeface="Roboto Slab Medium"/>
                <a:cs typeface="Roboto Slab Medium"/>
                <a:sym typeface="Roboto Slab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4"/>
              <a:buFont typeface="Roboto Slab Medium"/>
              <a:buNone/>
              <a:defRPr sz="2804" b="0" i="0" u="none" strike="noStrike" cap="none">
                <a:solidFill>
                  <a:srgbClr val="000000"/>
                </a:solidFill>
                <a:latin typeface="Roboto Slab Medium"/>
                <a:ea typeface="Roboto Slab Medium"/>
                <a:cs typeface="Roboto Slab Medium"/>
                <a:sym typeface="Roboto Slab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400" cy="366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450" tIns="349450" rIns="349450" bIns="3494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48080" y="7375841"/>
            <a:ext cx="20449400" cy="21865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450" tIns="349450" rIns="349450" bIns="349450" anchor="t" anchorCtr="0">
            <a:normAutofit/>
          </a:bodyPr>
          <a:lstStyle>
            <a:lvl1pPr marL="457200" lvl="0" indent="-66548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880"/>
              <a:buChar char="●"/>
              <a:defRPr sz="6880">
                <a:solidFill>
                  <a:schemeClr val="dk2"/>
                </a:solidFill>
              </a:defRPr>
            </a:lvl1pPr>
            <a:lvl2pPr marL="914400" lvl="1" indent="-56839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○"/>
              <a:defRPr sz="5351">
                <a:solidFill>
                  <a:schemeClr val="dk2"/>
                </a:solidFill>
              </a:defRPr>
            </a:lvl2pPr>
            <a:lvl3pPr marL="1371600" lvl="2" indent="-56839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■"/>
              <a:defRPr sz="5351">
                <a:solidFill>
                  <a:schemeClr val="dk2"/>
                </a:solidFill>
              </a:defRPr>
            </a:lvl3pPr>
            <a:lvl4pPr marL="1828800" lvl="3" indent="-56839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●"/>
              <a:defRPr sz="5351">
                <a:solidFill>
                  <a:schemeClr val="dk2"/>
                </a:solidFill>
              </a:defRPr>
            </a:lvl4pPr>
            <a:lvl5pPr marL="2286000" lvl="4" indent="-56839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○"/>
              <a:defRPr sz="5351">
                <a:solidFill>
                  <a:schemeClr val="dk2"/>
                </a:solidFill>
              </a:defRPr>
            </a:lvl5pPr>
            <a:lvl6pPr marL="2743200" lvl="5" indent="-56839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■"/>
              <a:defRPr sz="5351">
                <a:solidFill>
                  <a:schemeClr val="dk2"/>
                </a:solidFill>
              </a:defRPr>
            </a:lvl6pPr>
            <a:lvl7pPr marL="3200400" lvl="6" indent="-56839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●"/>
              <a:defRPr sz="5351">
                <a:solidFill>
                  <a:schemeClr val="dk2"/>
                </a:solidFill>
              </a:defRPr>
            </a:lvl7pPr>
            <a:lvl8pPr marL="3657600" lvl="7" indent="-56839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○"/>
              <a:defRPr sz="5351">
                <a:solidFill>
                  <a:schemeClr val="dk2"/>
                </a:solidFill>
              </a:defRPr>
            </a:lvl8pPr>
            <a:lvl9pPr marL="4114800" lvl="8" indent="-56839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■"/>
              <a:defRPr sz="535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>
            <a:alpha val="0"/>
          </a:schemeClr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2730632" y="569437"/>
            <a:ext cx="16484337" cy="2644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733" tIns="87333" rIns="174733" bIns="87333" anchor="ctr" anchorCtr="0">
            <a:noAutofit/>
          </a:bodyPr>
          <a:lstStyle/>
          <a:p>
            <a:pPr algn="ctr">
              <a:buSzPts val="8600"/>
            </a:pPr>
            <a:r>
              <a:rPr lang="en" sz="4800" b="1" dirty="0">
                <a:latin typeface="Arial" panose="020B0604020202020204" pitchFamily="34" charset="0"/>
                <a:cs typeface="Arial" panose="020B0604020202020204" pitchFamily="34" charset="0"/>
              </a:rPr>
              <a:t>Designing a Conversational Exercise Coach for Aging Adults: Engagement, Motivation, and Interaction</a:t>
            </a:r>
            <a:endParaRPr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SzPts val="8600"/>
            </a:pPr>
            <a:r>
              <a:rPr lang="en" sz="3600" b="1" dirty="0">
                <a:latin typeface="Arial" panose="020B0604020202020204" pitchFamily="34" charset="0"/>
                <a:cs typeface="Arial" panose="020B0604020202020204" pitchFamily="34" charset="0"/>
              </a:rPr>
              <a:t>Rayna Hata, </a:t>
            </a:r>
            <a:r>
              <a:rPr lang="en" sz="3600" b="1" dirty="0"/>
              <a:t>Max Hu</a:t>
            </a:r>
            <a:r>
              <a:rPr lang="en" sz="3600" b="1" dirty="0">
                <a:latin typeface="Arial" panose="020B0604020202020204" pitchFamily="34" charset="0"/>
                <a:cs typeface="Arial" panose="020B0604020202020204" pitchFamily="34" charset="0"/>
              </a:rPr>
              <a:t>, Reid Simmons, Aaron Steinfeld</a:t>
            </a:r>
            <a:endParaRPr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SzPts val="8600"/>
            </a:pPr>
            <a:r>
              <a:rPr lang="en" sz="2800" b="1" dirty="0">
                <a:latin typeface="Arial" panose="020B0604020202020204" pitchFamily="34" charset="0"/>
                <a:cs typeface="Arial" panose="020B0604020202020204" pitchFamily="34" charset="0"/>
              </a:rPr>
              <a:t>Robotics Institute, Carnegie Mellon University, Pittsburgh, PA, USA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14573477" y="21712366"/>
            <a:ext cx="6423000" cy="279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533" tIns="21750" rIns="43533" bIns="21750" anchor="t" anchorCtr="0">
            <a:spAutoFit/>
          </a:bodyPr>
          <a:lstStyle/>
          <a:p>
            <a:pPr>
              <a:buSzPts val="2299"/>
            </a:pPr>
            <a:endParaRPr sz="1532"/>
          </a:p>
        </p:txBody>
      </p:sp>
      <p:sp>
        <p:nvSpPr>
          <p:cNvPr id="97" name="Google Shape;97;p19"/>
          <p:cNvSpPr txBox="1"/>
          <p:nvPr/>
        </p:nvSpPr>
        <p:spPr>
          <a:xfrm>
            <a:off x="520034" y="3597598"/>
            <a:ext cx="21082745" cy="773356"/>
          </a:xfrm>
          <a:prstGeom prst="rect">
            <a:avLst/>
          </a:prstGeom>
          <a:solidFill>
            <a:srgbClr val="C41130"/>
          </a:solidFill>
          <a:ln w="28575">
            <a:solidFill>
              <a:srgbClr val="C41130"/>
            </a:solidFill>
          </a:ln>
        </p:spPr>
        <p:txBody>
          <a:bodyPr spcFirstLastPara="1" wrap="square" lIns="66817" tIns="66817" rIns="66817" bIns="66817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200"/>
            </a:lvl1pPr>
          </a:lstStyle>
          <a:p>
            <a:pPr algn="ctr"/>
            <a:r>
              <a:rPr lang="en" b="1" dirty="0">
                <a:solidFill>
                  <a:schemeClr val="bg1"/>
                </a:solidFill>
              </a:rPr>
              <a:t>Motivation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520034" y="4370954"/>
            <a:ext cx="21082741" cy="6785909"/>
          </a:xfrm>
          <a:prstGeom prst="rect">
            <a:avLst/>
          </a:prstGeom>
          <a:noFill/>
          <a:ln w="28575">
            <a:solidFill>
              <a:srgbClr val="C41130"/>
            </a:solidFill>
          </a:ln>
        </p:spPr>
        <p:txBody>
          <a:bodyPr spcFirstLastPara="1" wrap="square" lIns="66817" tIns="66817" rIns="66817" bIns="66817" anchor="t" anchorCtr="0">
            <a:noAutofit/>
          </a:bodyPr>
          <a:lstStyle/>
          <a:p>
            <a:endParaRPr lang="en-US" sz="3600" dirty="0"/>
          </a:p>
        </p:txBody>
      </p:sp>
      <p:sp>
        <p:nvSpPr>
          <p:cNvPr id="103" name="Google Shape;103;p19"/>
          <p:cNvSpPr txBox="1"/>
          <p:nvPr/>
        </p:nvSpPr>
        <p:spPr>
          <a:xfrm>
            <a:off x="520034" y="11609746"/>
            <a:ext cx="21082742" cy="940731"/>
          </a:xfrm>
          <a:prstGeom prst="rect">
            <a:avLst/>
          </a:prstGeom>
          <a:solidFill>
            <a:srgbClr val="C41130"/>
          </a:solidFill>
          <a:ln w="28575">
            <a:solidFill>
              <a:srgbClr val="C41130"/>
            </a:solidFill>
          </a:ln>
        </p:spPr>
        <p:txBody>
          <a:bodyPr spcFirstLastPara="1" wrap="square" lIns="66817" tIns="66817" rIns="66817" bIns="66817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" dirty="0"/>
              <a:t>Methods</a:t>
            </a:r>
            <a:endParaRPr dirty="0"/>
          </a:p>
        </p:txBody>
      </p:sp>
      <p:sp>
        <p:nvSpPr>
          <p:cNvPr id="104" name="Google Shape;104;p19"/>
          <p:cNvSpPr txBox="1"/>
          <p:nvPr/>
        </p:nvSpPr>
        <p:spPr>
          <a:xfrm>
            <a:off x="520030" y="12367898"/>
            <a:ext cx="21082746" cy="10222071"/>
          </a:xfrm>
          <a:prstGeom prst="rect">
            <a:avLst/>
          </a:prstGeom>
          <a:noFill/>
          <a:ln w="28575">
            <a:solidFill>
              <a:srgbClr val="C41130"/>
            </a:solidFill>
          </a:ln>
        </p:spPr>
        <p:txBody>
          <a:bodyPr spcFirstLastPara="1" wrap="square" lIns="66817" tIns="66817" rIns="66817" bIns="66817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</a:pPr>
            <a:endParaRPr sz="1733" b="1" dirty="0">
              <a:solidFill>
                <a:schemeClr val="dk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AE9A8-56BD-D2B8-338E-E62D6AE8CF71}"/>
              </a:ext>
            </a:extLst>
          </p:cNvPr>
          <p:cNvSpPr txBox="1"/>
          <p:nvPr/>
        </p:nvSpPr>
        <p:spPr>
          <a:xfrm>
            <a:off x="762000" y="12878497"/>
            <a:ext cx="10929257" cy="94487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Participants: </a:t>
            </a:r>
            <a:r>
              <a:rPr lang="en-US" sz="3200" dirty="0"/>
              <a:t>Three older adults (61 to 80, 3F), up to four weekly sessions each</a:t>
            </a:r>
          </a:p>
          <a:p>
            <a:endParaRPr lang="en-US" sz="3200" dirty="0"/>
          </a:p>
          <a:p>
            <a:r>
              <a:rPr lang="en-US" sz="3200" b="1" dirty="0"/>
              <a:t>Robot: </a:t>
            </a:r>
            <a:r>
              <a:rPr lang="en-US" sz="3200" dirty="0"/>
              <a:t>Pepper with wireless mic and transcription, GPT for social condition dialogue</a:t>
            </a:r>
          </a:p>
          <a:p>
            <a:endParaRPr lang="en-US" sz="3200" dirty="0"/>
          </a:p>
          <a:p>
            <a:r>
              <a:rPr lang="en-US" sz="3200" b="1" dirty="0"/>
              <a:t>Design: </a:t>
            </a:r>
            <a:r>
              <a:rPr lang="en-US" sz="3200" dirty="0"/>
              <a:t>Within-subjects. Intro + two exercise rounds (bicep curls, lateral raises), counterbalanced order</a:t>
            </a:r>
          </a:p>
          <a:p>
            <a:endParaRPr lang="en-US" sz="3200" dirty="0"/>
          </a:p>
          <a:p>
            <a:r>
              <a:rPr lang="en-US" sz="3200" b="1" dirty="0"/>
              <a:t>Conditions: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Social Buddy:</a:t>
            </a:r>
            <a:r>
              <a:rPr lang="en-US" sz="3200" dirty="0"/>
              <a:t> conversation, casual tone, robot exercises with participant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Coach:</a:t>
            </a:r>
            <a:r>
              <a:rPr lang="en-US" sz="3200" dirty="0"/>
              <a:t> structured guidance, corrective feedback, no free conversation</a:t>
            </a:r>
          </a:p>
          <a:p>
            <a:endParaRPr lang="en-US" sz="3200" dirty="0"/>
          </a:p>
          <a:p>
            <a:r>
              <a:rPr lang="en-US" sz="3200" b="1" dirty="0"/>
              <a:t>Measures:  </a:t>
            </a:r>
            <a:r>
              <a:rPr lang="en-US" sz="3200" dirty="0" err="1"/>
              <a:t>RoSAS</a:t>
            </a:r>
            <a:r>
              <a:rPr lang="en-US" sz="3200" dirty="0"/>
              <a:t>, LCES, open-ended feedback</a:t>
            </a:r>
          </a:p>
          <a:p>
            <a:endParaRPr lang="en-US" sz="3200" dirty="0"/>
          </a:p>
          <a:p>
            <a:r>
              <a:rPr lang="en-US" sz="3200" b="1" dirty="0"/>
              <a:t>Analysis: </a:t>
            </a:r>
            <a:r>
              <a:rPr lang="en-US" sz="3200" dirty="0"/>
              <a:t>Survey comparison and thematic review of comments</a:t>
            </a:r>
          </a:p>
        </p:txBody>
      </p:sp>
      <p:sp>
        <p:nvSpPr>
          <p:cNvPr id="106" name="Google Shape;106;p19"/>
          <p:cNvSpPr txBox="1"/>
          <p:nvPr/>
        </p:nvSpPr>
        <p:spPr>
          <a:xfrm>
            <a:off x="457200" y="23037623"/>
            <a:ext cx="21145576" cy="803781"/>
          </a:xfrm>
          <a:prstGeom prst="rect">
            <a:avLst/>
          </a:prstGeom>
          <a:solidFill>
            <a:srgbClr val="C41130"/>
          </a:solidFill>
          <a:ln w="28575">
            <a:solidFill>
              <a:srgbClr val="C41130"/>
            </a:solidFill>
          </a:ln>
        </p:spPr>
        <p:txBody>
          <a:bodyPr spcFirstLastPara="1" wrap="square" lIns="66817" tIns="66817" rIns="66817" bIns="66817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" dirty="0"/>
              <a:t>Preliminary Results</a:t>
            </a:r>
            <a:endParaRPr dirty="0"/>
          </a:p>
        </p:txBody>
      </p:sp>
      <p:sp>
        <p:nvSpPr>
          <p:cNvPr id="107" name="Google Shape;107;p19"/>
          <p:cNvSpPr txBox="1"/>
          <p:nvPr/>
        </p:nvSpPr>
        <p:spPr>
          <a:xfrm>
            <a:off x="457200" y="23841405"/>
            <a:ext cx="21145576" cy="7773338"/>
          </a:xfrm>
          <a:prstGeom prst="rect">
            <a:avLst/>
          </a:prstGeom>
          <a:noFill/>
          <a:ln w="28575">
            <a:solidFill>
              <a:srgbClr val="C41130"/>
            </a:solidFill>
          </a:ln>
        </p:spPr>
        <p:txBody>
          <a:bodyPr spcFirstLastPara="1" wrap="square" lIns="66817" tIns="66817" rIns="66817" bIns="6681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3200"/>
            </a:lvl1pPr>
          </a:lstStyle>
          <a:p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AAFE0C-C58B-8E76-B961-F1E46C601160}"/>
              </a:ext>
            </a:extLst>
          </p:cNvPr>
          <p:cNvSpPr txBox="1"/>
          <p:nvPr/>
        </p:nvSpPr>
        <p:spPr>
          <a:xfrm>
            <a:off x="762000" y="24135773"/>
            <a:ext cx="20630706" cy="7478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Older adults responded best when the system combined structured coaching with the flexibility to adjust social tone as they exercised and grew more familiar with the robot</a:t>
            </a:r>
          </a:p>
          <a:p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Participants increasingly leaned toward the coach style as sessions progressed, but still expressed a desire to shift between social and directive support depending on energy and mood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Initial awkwardness and timing challenges gave way to smoother interaction, suggesting familiarity and repeated exposure help build comfort and trust with the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Warmth and comfort perceptions trended upward while competence remained steady, pointing toward the promise of systems that can adapt tone and behavior over time to maintain motivation and engagement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r>
              <a:rPr lang="en-US" sz="3200" b="1" dirty="0"/>
              <a:t>Future 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Large scale longitudinal study at an assisted living facility (ongoing)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Scale participant pool and include broader mobility and health profiles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Build an adaptive system that can shift between social and coaching styles based on user state and context</a:t>
            </a:r>
          </a:p>
          <a:p>
            <a:endParaRPr lang="en-US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49B7D2-E8D9-FA7C-AE45-D45A4BEC7FAD}"/>
              </a:ext>
            </a:extLst>
          </p:cNvPr>
          <p:cNvSpPr txBox="1"/>
          <p:nvPr/>
        </p:nvSpPr>
        <p:spPr>
          <a:xfrm>
            <a:off x="10228521" y="31930675"/>
            <a:ext cx="11345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This work is supported by National Science Foundation under Cooperative Agreement 2112633</a:t>
            </a:r>
          </a:p>
        </p:txBody>
      </p:sp>
      <p:pic>
        <p:nvPicPr>
          <p:cNvPr id="17" name="Picture 16" descr="A logo with a person's head and a logo&#10;&#10;AI-generated content may be incorrect.">
            <a:extLst>
              <a:ext uri="{FF2B5EF4-FFF2-40B4-BE49-F238E27FC236}">
                <a16:creationId xmlns:a16="http://schemas.microsoft.com/office/drawing/2014/main" id="{5D04E832-DCC7-F5EC-C060-2E0211827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4002" y="969113"/>
            <a:ext cx="3808598" cy="2004651"/>
          </a:xfrm>
          <a:prstGeom prst="rect">
            <a:avLst/>
          </a:prstGeom>
        </p:spPr>
      </p:pic>
      <p:pic>
        <p:nvPicPr>
          <p:cNvPr id="15" name="Picture 14" descr="A black and red logo&#10;&#10;AI-generated content may be incorrect.">
            <a:extLst>
              <a:ext uri="{FF2B5EF4-FFF2-40B4-BE49-F238E27FC236}">
                <a16:creationId xmlns:a16="http://schemas.microsoft.com/office/drawing/2014/main" id="{DB5C2BD3-D028-2759-2AF4-E224E4E4FB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2259"/>
          <a:stretch>
            <a:fillRect/>
          </a:stretch>
        </p:blipFill>
        <p:spPr>
          <a:xfrm>
            <a:off x="208888" y="674534"/>
            <a:ext cx="1985146" cy="248972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3DFBDA1-ED02-FDE1-3213-FC9C61ABE8DE}"/>
              </a:ext>
            </a:extLst>
          </p:cNvPr>
          <p:cNvSpPr txBox="1"/>
          <p:nvPr/>
        </p:nvSpPr>
        <p:spPr>
          <a:xfrm>
            <a:off x="762000" y="4533002"/>
            <a:ext cx="20630707" cy="6535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Staying physically active is critical for healthy aging, yet many older adults struggle to maintain exercise motivation without social support or clear guidance. Socially interactive robots offer a new way to encourage participation by combining companionship, structure, and accountability. In this work, we examine how two robot personalities, a friendly social buddy and a structured exercise coach, shape engagement and preference across repeated exercise sessions with older adults. Our goal is to understand how interaction style affects comfort, motivation, and ongoing willingness to exercise.</a:t>
            </a:r>
          </a:p>
          <a:p>
            <a:pPr marL="1163638" marR="0" lvl="0" indent="-1163638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Research Questions </a:t>
            </a:r>
          </a:p>
          <a:p>
            <a:pPr marL="1163638" lvl="0" indent="-1163638">
              <a:spcBef>
                <a:spcPts val="2000"/>
              </a:spcBef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RQ1:	</a:t>
            </a:r>
            <a:r>
              <a:rPr lang="en-US" sz="3200" dirty="0"/>
              <a:t>Do older adults prefer to exercise with a social buddy type system or an exercise coach type system?</a:t>
            </a:r>
          </a:p>
          <a:p>
            <a:pPr marL="1163638" lvl="0" indent="-1163638">
              <a:spcBef>
                <a:spcPts val="2000"/>
              </a:spcBef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RQ2:	</a:t>
            </a:r>
            <a:r>
              <a:rPr lang="en-US" sz="3200" dirty="0"/>
              <a:t>Do their preferences change over time as they become more familiar with the system? </a:t>
            </a:r>
          </a:p>
          <a:p>
            <a:pPr marL="1163638" lvl="0" indent="-1163638">
              <a:spcBef>
                <a:spcPts val="2000"/>
              </a:spcBef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RQ3:	</a:t>
            </a:r>
            <a:r>
              <a:rPr lang="en-US" sz="3200" dirty="0"/>
              <a:t>Does exercising with either type of system personality motivate older adults to continue returning for future exercise sessions?</a:t>
            </a:r>
            <a:endParaRPr kumimoji="0" lang="en-US" sz="3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A2A31D5-5282-1811-B990-F74E5B31F1DB}"/>
              </a:ext>
            </a:extLst>
          </p:cNvPr>
          <p:cNvGrpSpPr>
            <a:grpSpLocks noChangeAspect="1"/>
          </p:cNvGrpSpPr>
          <p:nvPr/>
        </p:nvGrpSpPr>
        <p:grpSpPr>
          <a:xfrm>
            <a:off x="12002956" y="14759879"/>
            <a:ext cx="9422614" cy="5685975"/>
            <a:chOff x="-24422100" y="11408925"/>
            <a:chExt cx="15489879" cy="934720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840D9DAD-E64D-23FD-DDB5-134A0DC49E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4422100" y="11408925"/>
              <a:ext cx="15468600" cy="934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F2103221-BA6A-55A0-D389-93095C2D80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4400821" y="11408925"/>
              <a:ext cx="15468600" cy="934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D9AFD106-BE47-1B2A-0437-4D7CD02D005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436" t="8378" r="65552" b="67515"/>
            <a:stretch>
              <a:fillRect/>
            </a:stretch>
          </p:blipFill>
          <p:spPr bwMode="auto">
            <a:xfrm>
              <a:off x="-22500771" y="12344399"/>
              <a:ext cx="3559628" cy="22533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I-CARING 202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458</Words>
  <Application>Microsoft Macintosh PowerPoint</Application>
  <PresentationFormat>Custom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Helvetica Neue Light</vt:lpstr>
      <vt:lpstr>Helvetica Neue</vt:lpstr>
      <vt:lpstr>Roboto Slab Medium</vt:lpstr>
      <vt:lpstr>Oi</vt:lpstr>
      <vt:lpstr>Simple Light</vt:lpstr>
      <vt:lpstr>AI-CARING 2024</vt:lpstr>
      <vt:lpstr>Designing a Conversational Exercise Coach for Aging Adults: Engagement, Motivation, and Interaction Rayna Hata, Max Hu, Reid Simmons, Aaron Steinfeld Robotics Institute, Carnegie Mellon University, Pittsburgh, PA, USA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Rayna Hata</cp:lastModifiedBy>
  <cp:revision>17</cp:revision>
  <dcterms:modified xsi:type="dcterms:W3CDTF">2025-11-03T14:28:17Z</dcterms:modified>
</cp:coreProperties>
</file>